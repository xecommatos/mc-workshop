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 Amplificado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da spec determina a segurança do código.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UMinho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modelo.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diferente.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diferente.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3474720" cy="8229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49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vaga → Código vulnerável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3749040"/>
            <a:ext cx="347472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3749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rigorosa → Código seguro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 de Partida: User Stories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PM júnior escreveu 5 user stories. Foco em features. Zero segurança.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772400" cy="914400"/>
        </p:xfrm>
        <a:graphic>
          <a:graphicData uri="http://schemas.openxmlformats.org/drawingml/2006/table">
            <a:tbl>
              <a:tblPr/>
              <a:tblGrid>
                <a:gridCol w="54864"/>
                <a:gridCol w="914400"/>
                <a:gridCol w="2377440"/>
                <a:gridCol w="442569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Submeter confissão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+ tag, anónimo, HTML preservado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o feed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Confissões ordenadas, mais recentes primeiro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search, wildcards SQL aceites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Moderação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/admin sem autenticação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Passwords em texto simples, dados de teste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Gera a Spec (v1)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lê as user stories e produz uma spec técnica. Rápida, pragmática — sem segurança.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histórias de produto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requisitos de segurança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2011680"/>
            <a:ext cx="502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286000" cy="16459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spec-generator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15000" y="2011680"/>
            <a:ext cx="502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spec-v1.md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endpoints, queries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string interpolation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Constrói a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IA implementa fielmente a spec. Funciona. Está bonita. Está vulnerável.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público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Confissões ordenadas, formatação HTML preservada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182880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82880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8288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Submissão anónima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+ tag de curso, sem registo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29184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por keyword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com wildcards SQL passados directo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00600" y="329184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329184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2918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confissões, acessível sem login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correu mal?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funciona. Mas tudo é explorável.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459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45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862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Ler/apagar toda a base de dados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42316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(Cross-Site Scripting)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Confissões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Roubar sessões, redirecionar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20040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sem autenticação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pode moderar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9776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em texto simples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86200" y="3977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users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total em data breach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culpa não é da IA.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culpa é da spec.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fez exactamente o que lhe pediram.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o que não lhe pediram.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Valida e Corrige a Spec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 segurança revê a spec-v1 e produz a spec-v2 com correcções.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spec-v1.md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auth, plaintext pw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2011680"/>
            <a:ext cx="502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286000" cy="16459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spec-validator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15000" y="2011680"/>
            <a:ext cx="502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spec-v2.md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parametrizadas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encoding, bcrypt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vs Depois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(vulnerável)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8348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(segura)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329184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interpolation em 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6052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83480" y="1828800"/>
            <a:ext cx="3291840" cy="640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parametrizadas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606040"/>
            <a:ext cx="329184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renderizado sem filtro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26060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83480" y="2606040"/>
            <a:ext cx="3291840" cy="640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(escape)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383280"/>
            <a:ext cx="329184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383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aberto ao mundo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3383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83480" y="3383280"/>
            <a:ext cx="3291840" cy="640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3383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obrigatória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4160520"/>
            <a:ext cx="329184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em texto simples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0520" y="4160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983480" y="4160520"/>
            <a:ext cx="3291840" cy="640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com salt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amplifica.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specs → bom código.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specs → código vulnerável.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77724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3832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38328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programador amplificado não é quem escreve mais código.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quem escreve melhores specs.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Coding: Programador Amplificado</dc:title>
  <dc:subject>PptxGenJS Presentation</dc:subject>
  <dc:creator>Francisco Matos</dc:creator>
  <cp:lastModifiedBy>Francisco Matos</cp:lastModifiedBy>
  <cp:revision>1</cp:revision>
  <dcterms:created xsi:type="dcterms:W3CDTF">2026-04-13T21:38:19Z</dcterms:created>
  <dcterms:modified xsi:type="dcterms:W3CDTF">2026-04-13T21:38:19Z</dcterms:modified>
</cp:coreProperties>
</file>